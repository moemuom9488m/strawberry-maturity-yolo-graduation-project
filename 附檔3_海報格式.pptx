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00"/>
    <a:srgbClr val="CC9900"/>
    <a:srgbClr val="FF99FF"/>
    <a:srgbClr val="9933FF"/>
    <a:srgbClr val="99FFCC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5" autoAdjust="0"/>
    <p:restoredTop sz="94660"/>
  </p:normalViewPr>
  <p:slideViewPr>
    <p:cSldViewPr snapToGrid="0">
      <p:cViewPr varScale="1">
        <p:scale>
          <a:sx n="11" d="100"/>
          <a:sy n="11" d="100"/>
        </p:scale>
        <p:origin x="201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5D8CA-B255-4400-B0AC-300E0D018606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A6A74-0379-4AB8-A1E2-FA0A53F83E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963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5D8CA-B255-4400-B0AC-300E0D018606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A6A74-0379-4AB8-A1E2-FA0A53F83E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35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5D8CA-B255-4400-B0AC-300E0D018606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A6A74-0379-4AB8-A1E2-FA0A53F83E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39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5D8CA-B255-4400-B0AC-300E0D018606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A6A74-0379-4AB8-A1E2-FA0A53F83E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3462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5D8CA-B255-4400-B0AC-300E0D018606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A6A74-0379-4AB8-A1E2-FA0A53F83E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617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5D8CA-B255-4400-B0AC-300E0D018606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A6A74-0379-4AB8-A1E2-FA0A53F83E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5408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5D8CA-B255-4400-B0AC-300E0D018606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A6A74-0379-4AB8-A1E2-FA0A53F83E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9896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5D8CA-B255-4400-B0AC-300E0D018606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A6A74-0379-4AB8-A1E2-FA0A53F83E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939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5D8CA-B255-4400-B0AC-300E0D018606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A6A74-0379-4AB8-A1E2-FA0A53F83E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806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5D8CA-B255-4400-B0AC-300E0D018606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A6A74-0379-4AB8-A1E2-FA0A53F83E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3445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5D8CA-B255-4400-B0AC-300E0D018606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A6A74-0379-4AB8-A1E2-FA0A53F83E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431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5D8CA-B255-4400-B0AC-300E0D018606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A6A74-0379-4AB8-A1E2-FA0A53F83E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660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圓角矩形 3"/>
          <p:cNvSpPr/>
          <p:nvPr/>
        </p:nvSpPr>
        <p:spPr>
          <a:xfrm>
            <a:off x="0" y="0"/>
            <a:ext cx="30275213" cy="378822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62" y="30067"/>
            <a:ext cx="3810330" cy="3810330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5332034" y="1078506"/>
            <a:ext cx="2494317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華康宗楷體 Std W7" panose="03000700000000000000" pitchFamily="66" charset="-120"/>
                <a:ea typeface="華康宗楷體 Std W7" panose="03000700000000000000" pitchFamily="66" charset="-120"/>
              </a:rPr>
              <a:t>114</a:t>
            </a:r>
            <a:r>
              <a:rPr lang="zh-TW" altLang="en-US" sz="1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華康宗楷體 Std W7" panose="03000700000000000000" pitchFamily="66" charset="-120"/>
                <a:ea typeface="華康宗楷體 Std W7" panose="03000700000000000000" pitchFamily="66" charset="-120"/>
              </a:rPr>
              <a:t>學年度人工智慧學系</a:t>
            </a:r>
            <a:r>
              <a:rPr lang="en-US" altLang="zh-TW" sz="1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華康宗楷體 Std W7" panose="03000700000000000000" pitchFamily="66" charset="-120"/>
                <a:ea typeface="華康宗楷體 Std W7" panose="03000700000000000000" pitchFamily="66" charset="-120"/>
              </a:rPr>
              <a:t>—</a:t>
            </a:r>
            <a:r>
              <a:rPr lang="zh-TW" altLang="en-US" sz="1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華康宗楷體 Std W7" panose="03000700000000000000" pitchFamily="66" charset="-120"/>
                <a:ea typeface="華康宗楷體 Std W7" panose="03000700000000000000" pitchFamily="66" charset="-120"/>
              </a:rPr>
              <a:t>畢業專題</a:t>
            </a:r>
            <a:endParaRPr lang="zh-TW" altLang="en-US" sz="10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華康宗楷體 Std W7" panose="03000700000000000000" pitchFamily="66" charset="-120"/>
              <a:ea typeface="華康宗楷體 Std W7" panose="03000700000000000000" pitchFamily="66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-15308" y="3862677"/>
            <a:ext cx="30275213" cy="4524315"/>
          </a:xfrm>
          <a:prstGeom prst="rect">
            <a:avLst/>
          </a:prstGeom>
          <a:noFill/>
          <a:ln w="1270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endParaRPr lang="en-US" altLang="zh-TW" sz="9600" dirty="0">
              <a:latin typeface="華康宗楷體 Std W7" panose="03000700000000000000" pitchFamily="66" charset="-120"/>
              <a:ea typeface="華康宗楷體 Std W7" panose="03000700000000000000" pitchFamily="66" charset="-120"/>
            </a:endParaRPr>
          </a:p>
          <a:p>
            <a:r>
              <a:rPr lang="zh-TW" altLang="en-US" sz="9600" b="1" dirty="0">
                <a:solidFill>
                  <a:srgbClr val="3333FF"/>
                </a:solidFill>
                <a:latin typeface="華康宗楷體 Std W7" panose="03000700000000000000" pitchFamily="66" charset="-120"/>
                <a:ea typeface="華康宗楷體 Std W7" panose="03000700000000000000" pitchFamily="66" charset="-120"/>
              </a:rPr>
              <a:t> </a:t>
            </a:r>
            <a:r>
              <a:rPr lang="zh-TW" altLang="en-US" sz="9600" dirty="0">
                <a:solidFill>
                  <a:srgbClr val="3333FF"/>
                </a:solidFill>
                <a:latin typeface="華康宗楷體 Std W7" panose="03000700000000000000" pitchFamily="66" charset="-120"/>
                <a:ea typeface="華康宗楷體 Std W7" panose="03000700000000000000" pitchFamily="66" charset="-120"/>
              </a:rPr>
              <a:t>專題學生：</a:t>
            </a:r>
            <a:endParaRPr lang="en-US" altLang="zh-TW" sz="9600" dirty="0">
              <a:solidFill>
                <a:srgbClr val="3333FF"/>
              </a:solidFill>
              <a:latin typeface="華康宗楷體 Std W7" panose="03000700000000000000" pitchFamily="66" charset="-120"/>
              <a:ea typeface="華康宗楷體 Std W7" panose="03000700000000000000" pitchFamily="66" charset="-120"/>
            </a:endParaRPr>
          </a:p>
          <a:p>
            <a:r>
              <a:rPr lang="zh-TW" altLang="en-US" sz="9600" dirty="0">
                <a:solidFill>
                  <a:srgbClr val="3333FF"/>
                </a:solidFill>
                <a:latin typeface="華康宗楷體 Std W7" panose="03000700000000000000" pitchFamily="66" charset="-120"/>
                <a:ea typeface="華康宗楷體 Std W7" panose="03000700000000000000" pitchFamily="66" charset="-120"/>
              </a:rPr>
              <a:t> 指導教授：                                             第      組</a:t>
            </a:r>
            <a:endParaRPr lang="en-US" altLang="zh-TW" dirty="0">
              <a:solidFill>
                <a:srgbClr val="3333FF"/>
              </a:solidFill>
              <a:latin typeface="華康宗楷體 Std W7" panose="03000700000000000000" pitchFamily="66" charset="-120"/>
              <a:ea typeface="華康宗楷體 Std W7" panose="03000700000000000000" pitchFamily="66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0" y="39515143"/>
            <a:ext cx="30275213" cy="328862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華康宗楷體 Std W7" panose="03000700000000000000" pitchFamily="66" charset="-120"/>
              <a:ea typeface="華康宗楷體 Std W7" panose="03000700000000000000" pitchFamily="66" charset="-120"/>
            </a:endParaRPr>
          </a:p>
        </p:txBody>
      </p:sp>
      <p:pic>
        <p:nvPicPr>
          <p:cNvPr id="8" name="圖片 7" descr="一張含有 黑色, 黑暗, 黑與白, 月亮 的圖片&#10;&#10;自動產生的描述">
            <a:extLst>
              <a:ext uri="{FF2B5EF4-FFF2-40B4-BE49-F238E27FC236}">
                <a16:creationId xmlns:a16="http://schemas.microsoft.com/office/drawing/2014/main" id="{CDA80ECD-DF26-9403-2BE4-3E1222DD1E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2473" y="40141985"/>
            <a:ext cx="6134728" cy="1017468"/>
          </a:xfrm>
          <a:prstGeom prst="rect">
            <a:avLst/>
          </a:prstGeom>
        </p:spPr>
      </p:pic>
      <p:pic>
        <p:nvPicPr>
          <p:cNvPr id="12" name="圖片 11" descr="一張含有 黑色, 黑暗, 黑與白, 夜晚 的圖片&#10;&#10;自動產生的描述">
            <a:extLst>
              <a:ext uri="{FF2B5EF4-FFF2-40B4-BE49-F238E27FC236}">
                <a16:creationId xmlns:a16="http://schemas.microsoft.com/office/drawing/2014/main" id="{0962FFA5-879C-2DC5-A19E-C29F98702D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6530" y="41378668"/>
            <a:ext cx="6346929" cy="107561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F346D98-14FF-07E0-72DA-AF4F50ED8F1E}"/>
              </a:ext>
            </a:extLst>
          </p:cNvPr>
          <p:cNvSpPr txBox="1"/>
          <p:nvPr/>
        </p:nvSpPr>
        <p:spPr>
          <a:xfrm>
            <a:off x="8948057" y="40593838"/>
            <a:ext cx="122404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華康魏碑體(P)" panose="03000700000000000000" pitchFamily="66" charset="-120"/>
                <a:ea typeface="華康魏碑體(P)" panose="03000700000000000000" pitchFamily="66" charset="-120"/>
              </a:rPr>
              <a:t>115  </a:t>
            </a:r>
            <a:r>
              <a:rPr lang="zh-TW" altLang="en-US" sz="9600" dirty="0">
                <a:latin typeface="華康魏碑體(P)" panose="03000700000000000000" pitchFamily="66" charset="-120"/>
                <a:ea typeface="華康魏碑體(P)" panose="03000700000000000000" pitchFamily="66" charset="-120"/>
              </a:rPr>
              <a:t>年  </a:t>
            </a:r>
            <a:r>
              <a:rPr lang="en-US" altLang="zh-TW" sz="9600" dirty="0">
                <a:latin typeface="華康魏碑體(P)" panose="03000700000000000000" pitchFamily="66" charset="-120"/>
                <a:ea typeface="華康魏碑體(P)" panose="03000700000000000000" pitchFamily="66" charset="-120"/>
              </a:rPr>
              <a:t>6  </a:t>
            </a:r>
            <a:r>
              <a:rPr lang="zh-TW" altLang="en-US" sz="9600" dirty="0">
                <a:latin typeface="華康魏碑體(P)" panose="03000700000000000000" pitchFamily="66" charset="-120"/>
                <a:ea typeface="華康魏碑體(P)" panose="03000700000000000000" pitchFamily="66" charset="-120"/>
              </a:rPr>
              <a:t>月  </a:t>
            </a:r>
            <a:r>
              <a:rPr lang="en-US" altLang="zh-TW" sz="9600">
                <a:latin typeface="華康魏碑體(P)" panose="03000700000000000000" pitchFamily="66" charset="-120"/>
                <a:ea typeface="華康魏碑體(P)" panose="03000700000000000000" pitchFamily="66" charset="-120"/>
              </a:rPr>
              <a:t>3</a:t>
            </a:r>
            <a:r>
              <a:rPr lang="zh-TW" altLang="en-US" sz="9600">
                <a:latin typeface="華康魏碑體(P)" panose="03000700000000000000" pitchFamily="66" charset="-120"/>
                <a:ea typeface="華康魏碑體(P)" panose="03000700000000000000" pitchFamily="66" charset="-120"/>
              </a:rPr>
              <a:t>  </a:t>
            </a:r>
            <a:r>
              <a:rPr lang="zh-TW" altLang="en-US" sz="9600" dirty="0">
                <a:latin typeface="華康魏碑體(P)" panose="03000700000000000000" pitchFamily="66" charset="-120"/>
                <a:ea typeface="華康魏碑體(P)" panose="03000700000000000000" pitchFamily="66" charset="-120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480399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</TotalTime>
  <Words>25</Words>
  <Application>Microsoft Office PowerPoint</Application>
  <PresentationFormat>自訂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華康宗楷體 Std W7</vt:lpstr>
      <vt:lpstr>華康魏碑體(P)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tkfx_oa</dc:creator>
  <cp:lastModifiedBy>黃麗徽</cp:lastModifiedBy>
  <cp:revision>14</cp:revision>
  <dcterms:created xsi:type="dcterms:W3CDTF">2023-03-15T08:13:33Z</dcterms:created>
  <dcterms:modified xsi:type="dcterms:W3CDTF">2026-03-17T14:30:01Z</dcterms:modified>
</cp:coreProperties>
</file>